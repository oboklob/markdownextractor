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dd6149b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dd6149b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examp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Title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World!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Bold</a:t>
            </a:r>
            <a:r>
              <a:rPr lang="en-GB"/>
              <a:t> </a:t>
            </a:r>
            <a:r>
              <a:rPr i="1" lang="en-GB"/>
              <a:t>italic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/>
              <a:t>Underlined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And a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